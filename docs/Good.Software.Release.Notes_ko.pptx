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/>
            </a:pPr>
            <a:r>
              <a:t>Good Software – Cloud Suite</a:t>
            </a:r>
          </a:p>
          <a:p>
            <a:r>
              <a:t>릴리스 노트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버전: 3.2.0 | 출시일: 2025년 7월 25일</a:t>
            </a:r>
          </a:p>
          <a:p>
            <a:pPr>
              <a:defRPr sz="2000"/>
            </a:pPr>
            <a:r>
              <a:t>대상 독자: 최종 사용자, IT 관리자, DevOps 팀, 구현 파트너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 릴리스에 대하여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버전 3.2.0은 플랫폼 성능, 사용자 인터페이스, 시스템 보안에 개선을 제공합니다.</a:t>
            </a:r>
          </a:p>
          <a:p>
            <a:pPr>
              <a:defRPr sz="1800"/>
            </a:pPr>
            <a:r>
              <a:t>새로운 워크플로우 빌더, 스마트 대시보드 및 향상된 기능 도입.</a:t>
            </a:r>
          </a:p>
          <a:p>
            <a:pPr>
              <a:defRPr sz="1800"/>
            </a:pPr>
            <a:r>
              <a:t>버전 3.1.x와 완전히 하위 호환됩니다.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릴리스 주요 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800"/>
            </a:pPr>
            <a:r>
              <a:t>새로운 사용자 정의 워크플로우 빌더 – 코드 없는 자동화 프로세스</a:t>
            </a:r>
          </a:p>
          <a:p>
            <a:pPr lvl="1">
              <a:defRPr sz="1800"/>
            </a:pPr>
            <a:r>
              <a:t>고급 SAML 2.0 SSO 지원 – 보완성 강화</a:t>
            </a:r>
          </a:p>
          <a:p>
            <a:pPr lvl="1">
              <a:defRPr sz="1800"/>
            </a:pPr>
            <a:r>
              <a:t>성능 최적화 – 응답시간 단축 및 UI 로드 시간 최소화</a:t>
            </a:r>
          </a:p>
          <a:p>
            <a:pPr lvl="1">
              <a:defRPr sz="1800"/>
            </a:pPr>
            <a:r>
              <a:t>주요 버그 수정 – 안정성 향상</a:t>
            </a:r>
          </a:p>
          <a:p>
            <a:pPr lvl="1">
              <a:defRPr sz="1800"/>
            </a:pPr>
            <a:r>
              <a:t>기능 종료 공지 – 기존 도구 지원 중단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새로운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사용자 정의 워크플로우 빌더:</a:t>
            </a:r>
          </a:p>
          <a:p>
            <a:pPr lvl="1">
              <a:defRPr sz="1800"/>
            </a:pPr>
            <a:r>
              <a:t>드래그 앤 드롭 UI를 이용해 코드 없이 일상 업무 자동화</a:t>
            </a:r>
          </a:p>
          <a:p>
            <a:pPr>
              <a:defRPr sz="1800"/>
            </a:pPr>
            <a:r>
              <a:t>역할 기반 대시보드:</a:t>
            </a:r>
          </a:p>
          <a:p>
            <a:pPr lvl="1">
              <a:defRPr sz="1800"/>
            </a:pPr>
            <a:r>
              <a:t>업무 역할에 따른 개인화된 화면으로 통찰력 제공</a:t>
            </a:r>
          </a:p>
          <a:p>
            <a:pPr>
              <a:defRPr sz="1800"/>
            </a:pPr>
            <a:r>
              <a:t>감사 로그 내보내기:</a:t>
            </a:r>
          </a:p>
          <a:p>
            <a:pPr lvl="1">
              <a:defRPr sz="1800"/>
            </a:pPr>
            <a:r>
              <a:t>감사 데이터를 CSV 혹은 JSON으로 내보내 규정 준수를 지원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개선 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REST API v2:</a:t>
            </a:r>
          </a:p>
          <a:p>
            <a:pPr lvl="1">
              <a:defRPr sz="1800"/>
            </a:pPr>
            <a:r>
              <a:t>평균 응답 시간이 40% 감소, Pagination 적용 범위 확대</a:t>
            </a:r>
          </a:p>
          <a:p>
            <a:pPr>
              <a:defRPr sz="1800"/>
            </a:pPr>
            <a:r>
              <a:t>UI/UX:</a:t>
            </a:r>
          </a:p>
          <a:p>
            <a:pPr lvl="1">
              <a:defRPr sz="1800"/>
            </a:pPr>
            <a:r>
              <a:t>접근성 개선(WCAG 2.1 준수) 및 일관된 인터페이스 렌더링</a:t>
            </a:r>
          </a:p>
          <a:p>
            <a:pPr>
              <a:defRPr sz="1800"/>
            </a:pPr>
            <a:r>
              <a:t>보안:</a:t>
            </a:r>
          </a:p>
          <a:p>
            <a:pPr lvl="1">
              <a:defRPr sz="1800"/>
            </a:pPr>
            <a:r>
              <a:t>OAuth 2.0 토큰 만료 시간 직접 관리/SAML 비활성 자동 종료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지원 중단 안내 &amp; 알려진 문제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지원 중단 예정 기능:</a:t>
            </a:r>
          </a:p>
          <a:p>
            <a:pPr lvl="1">
              <a:defRPr sz="1800"/>
            </a:pPr>
            <a:r>
              <a:t>기존 CSV 내보내기 도구, 레거시 관리자 UI</a:t>
            </a:r>
          </a:p>
          <a:p>
            <a:pPr>
              <a:defRPr sz="1800"/>
            </a:pPr>
            <a:r>
              <a:t>알려진 문제:</a:t>
            </a:r>
          </a:p>
          <a:p>
            <a:pPr lvl="1">
              <a:defRPr sz="1800"/>
            </a:pPr>
            <a:r>
              <a:t>iOS 로드 지연 현상 등은 v3.2.1 패치에서 수정 예정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업그레이드 및 요구사항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시스템 요구사항:</a:t>
            </a:r>
          </a:p>
          <a:p>
            <a:pPr lvl="1">
              <a:defRPr sz="1800"/>
            </a:pPr>
            <a:r>
              <a:t>Ubuntu 22.04, PostgreSQL 13+, DB/OS 최신버전 유지 권장</a:t>
            </a:r>
          </a:p>
          <a:p>
            <a:pPr>
              <a:defRPr sz="1800"/>
            </a:pPr>
            <a:r>
              <a:t>업그레이드 절차:</a:t>
            </a:r>
          </a:p>
          <a:p>
            <a:pPr>
              <a:defRPr sz="1800"/>
            </a:pPr>
            <a:r>
              <a:t>1. 데이터베이스 및 시스템 환경 백업</a:t>
            </a:r>
          </a:p>
          <a:p>
            <a:pPr>
              <a:defRPr sz="1800"/>
            </a:pPr>
            <a:r>
              <a:t>2. 설치 프로그램 실행 (관리자 패널)</a:t>
            </a:r>
          </a:p>
          <a:p>
            <a:pPr>
              <a:defRPr sz="1800"/>
            </a:pPr>
            <a:r>
              <a:t>3. 상태 확인 및 진단(예상시간: 약 10분)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